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 Core - ID Mapping Diagram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1F497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011680" cy="914400"/>
          </a:xfrm>
          <a:prstGeom prst="rect">
            <a:avLst/>
          </a:prstGeom>
          <a:solidFill>
            <a:srgbClr val="8064A2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3200400"/>
            <a:ext cx="2286000" cy="1097280"/>
          </a:xfrm>
          <a:prstGeom prst="rect">
            <a:avLst/>
          </a:prstGeom>
          <a:solidFill>
            <a:srgbClr val="4F81B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011680"/>
            <a:ext cx="2286000" cy="914400"/>
          </a:xfrm>
          <a:prstGeom prst="rect">
            <a:avLst/>
          </a:prstGeom>
          <a:solidFill>
            <a:srgbClr val="9BBB59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0116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1371600"/>
            <a:ext cx="2286000" cy="914400"/>
          </a:xfrm>
          <a:prstGeom prst="rect">
            <a:avLst/>
          </a:prstGeom>
          <a:solidFill>
            <a:srgbClr val="C0504D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4389120"/>
            <a:ext cx="2286000" cy="914400"/>
          </a:xfrm>
          <a:prstGeom prst="rect">
            <a:avLst/>
          </a:prstGeom>
          <a:solidFill>
            <a:srgbClr val="F79646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4389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182880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11680" y="365760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246888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2468880"/>
            <a:ext cx="9144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3840480"/>
            <a:ext cx="0" cy="73152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1188720"/>
            <a:ext cx="0" cy="64008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82880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users.id → orders.user_id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countries.code → merchants.country_code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merchants.id → products.merchant_id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products.id → order_items.product_id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orders.id → order_items.order_id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2026-06-08T04:31:09Z</dcterms:created>
  <dcterms:modified xsi:type="dcterms:W3CDTF">2026-06-08T04:31:09Z</dcterms:modified>
</cp:coreProperties>
</file>