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4A6B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097280"/>
            <a:ext cx="3840480" cy="3840480"/>
          </a:xfrm>
          <a:prstGeom prst="ellipse">
            <a:avLst/>
          </a:prstGeom>
          <a:solidFill>
            <a:srgbClr val="1D5A80">
              <a:alpha val="50000"/>
            </a:srgbClr>
          </a:solidFill>
          <a:ln w="12700">
            <a:solidFill>
              <a:srgbClr val="1D5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4389120"/>
            <a:ext cx="3200400" cy="3200400"/>
          </a:xfrm>
          <a:prstGeom prst="ellipse">
            <a:avLst/>
          </a:prstGeom>
          <a:solidFill>
            <a:srgbClr val="1D5A80">
              <a:alpha val="50000"/>
            </a:srgbClr>
          </a:solidFill>
          <a:ln w="12700">
            <a:solidFill>
              <a:srgbClr val="1D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TCV One ERP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 — Entity Relationship Overview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tcvonedb · MySQL 8+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393192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3931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393192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287A55"/>
          </a:solidFill>
          <a:ln w="12700">
            <a:solidFill>
              <a:srgbClr val="287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931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9272" y="393192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3931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18304" y="393192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3931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17336" y="393192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3931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16368" y="393192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8A6A00"/>
          </a:solidFill>
          <a:ln w="12700">
            <a:solidFill>
              <a:srgbClr val="8A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3931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15400" y="393192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2C5F87"/>
          </a:solidFill>
          <a:ln w="12700">
            <a:solidFill>
              <a:srgbClr val="2C5F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3931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314432" y="393192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5D4E37"/>
          </a:solidFill>
          <a:ln w="12700">
            <a:solidFill>
              <a:srgbClr val="5D4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14432" y="3931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Audit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5720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Tables · Full FK Relationships · GST Compliant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4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TCV Core — ID-Only Entity Relationship Diagram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tcvonedb · Primary keys + Foreign keys only</a:t>
            </a:r>
            <a:endParaRPr lang="en-US" sz="1000" dirty="0"/>
          </a:p>
        </p:txBody>
      </p:sp>
      <p:pic>
        <p:nvPicPr>
          <p:cNvPr id="5" name="Image 0" descr="/home/claude/data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22960"/>
            <a:ext cx="117957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 Module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entities — no FK dependencies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8892" y="640080"/>
            <a:ext cx="19110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7" name="Shape 5"/>
          <p:cNvSpPr/>
          <p:nvPr/>
        </p:nvSpPr>
        <p:spPr>
          <a:xfrm>
            <a:off x="278892" y="640080"/>
            <a:ext cx="19110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" y="786384"/>
            <a:ext cx="19110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640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9692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user_id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" y="1920240"/>
            <a:ext cx="19110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" y="1920240"/>
            <a:ext cx="19110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" y="2066544"/>
            <a:ext cx="19110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2494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employee_id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0" y="6400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4892" y="640080"/>
            <a:ext cx="19110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4892" y="640080"/>
            <a:ext cx="19110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4892" y="786384"/>
            <a:ext cx="19110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640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33472" y="9692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customer_id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0" y="192024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4892" y="1920240"/>
            <a:ext cx="19110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4892" y="1920240"/>
            <a:ext cx="19110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4892" y="2066544"/>
            <a:ext cx="19110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7" name="Text 25"/>
          <p:cNvSpPr/>
          <p:nvPr/>
        </p:nvSpPr>
        <p:spPr>
          <a:xfrm>
            <a:off x="2606040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33472" y="22494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supplier_id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6400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50892" y="640080"/>
            <a:ext cx="19110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1" name="Shape 29"/>
          <p:cNvSpPr/>
          <p:nvPr/>
        </p:nvSpPr>
        <p:spPr>
          <a:xfrm>
            <a:off x="4850892" y="640080"/>
            <a:ext cx="19110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50892" y="786384"/>
            <a:ext cx="19110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640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9692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brand_id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1920240"/>
            <a:ext cx="1920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50892" y="1920240"/>
            <a:ext cx="19110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7" name="Shape 35"/>
          <p:cNvSpPr/>
          <p:nvPr/>
        </p:nvSpPr>
        <p:spPr>
          <a:xfrm>
            <a:off x="4850892" y="1920240"/>
            <a:ext cx="19110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0892" y="2066544"/>
            <a:ext cx="19110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22494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category_id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19472" y="24505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parent_id (self-ref)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32320" y="1188720"/>
            <a:ext cx="1920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36892" y="1188720"/>
            <a:ext cx="19110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44" name="Shape 42"/>
          <p:cNvSpPr/>
          <p:nvPr/>
        </p:nvSpPr>
        <p:spPr>
          <a:xfrm>
            <a:off x="7136892" y="1188720"/>
            <a:ext cx="19110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6892" y="1335024"/>
            <a:ext cx="19110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46" name="Text 44"/>
          <p:cNvSpPr/>
          <p:nvPr/>
        </p:nvSpPr>
        <p:spPr>
          <a:xfrm>
            <a:off x="7178040" y="1188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05472" y="151790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product_id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205472" y="17190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brand_id → brands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205472" y="19202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category_id → categories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786384"/>
            <a:ext cx="365760" cy="548640"/>
          </a:xfrm>
          <a:prstGeom prst="line">
            <a:avLst/>
          </a:prstGeom>
          <a:noFill/>
          <a:ln w="15240">
            <a:solidFill>
              <a:srgbClr val="2D6A9F"/>
            </a:solidFill>
            <a:prstDash val="sysDash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6766560" y="1517904"/>
            <a:ext cx="365760" cy="548640"/>
          </a:xfrm>
          <a:prstGeom prst="line">
            <a:avLst/>
          </a:prstGeom>
          <a:noFill/>
          <a:ln w="15240">
            <a:solidFill>
              <a:srgbClr val="2D6A9F"/>
            </a:solidFill>
            <a:prstDash val="sysDash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9418320" y="64008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E8F4FB"/>
          </a:solidFill>
          <a:ln w="1270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464040" y="685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464040" y="1005840"/>
            <a:ext cx="23774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employees are separate — users log in, employees work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is self-referencing via parent_id for hierarchical grouping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link to both brand and category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tables are referenced by almost every other module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↗ Foreign Key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Quotation Module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quotation_master → quotation_items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0332" y="685800"/>
            <a:ext cx="255117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7" name="Shape 5"/>
          <p:cNvSpPr/>
          <p:nvPr/>
        </p:nvSpPr>
        <p:spPr>
          <a:xfrm>
            <a:off x="370332" y="68580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" y="832104"/>
            <a:ext cx="255117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85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01498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customer_id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" y="2103120"/>
            <a:ext cx="255117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332" y="210312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" y="2249424"/>
            <a:ext cx="255117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3230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employee_id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0" y="68580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87A5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62172" y="685800"/>
            <a:ext cx="2734056" cy="292608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19" name="Shape 17"/>
          <p:cNvSpPr/>
          <p:nvPr/>
        </p:nvSpPr>
        <p:spPr>
          <a:xfrm>
            <a:off x="3662172" y="685800"/>
            <a:ext cx="2734056" cy="292608"/>
          </a:xfrm>
          <a:prstGeom prst="roundRect">
            <a:avLst>
              <a:gd name="adj" fmla="val 25000"/>
            </a:avLst>
          </a:prstGeom>
          <a:solidFill>
            <a:srgbClr val="287A55"/>
          </a:solidFill>
          <a:ln w="12700">
            <a:solidFill>
              <a:srgbClr val="287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62172" y="832104"/>
            <a:ext cx="2734056" cy="146304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685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quotation_master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0752" y="10149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quotation_id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30752" y="121615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 → customers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30752" y="141732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prepared_by_employee_id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30752" y="16184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approved_by_employee_id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0" y="2834640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287A5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62172" y="2834640"/>
            <a:ext cx="2734056" cy="292608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28" name="Shape 26"/>
          <p:cNvSpPr/>
          <p:nvPr/>
        </p:nvSpPr>
        <p:spPr>
          <a:xfrm>
            <a:off x="3662172" y="2834640"/>
            <a:ext cx="2734056" cy="292608"/>
          </a:xfrm>
          <a:prstGeom prst="roundRect">
            <a:avLst>
              <a:gd name="adj" fmla="val 25000"/>
            </a:avLst>
          </a:prstGeom>
          <a:solidFill>
            <a:srgbClr val="287A55"/>
          </a:solidFill>
          <a:ln w="12700">
            <a:solidFill>
              <a:srgbClr val="287A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62172" y="2980944"/>
            <a:ext cx="2734056" cy="146304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2834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quotation_items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30752" y="316382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quotation_item_id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30752" y="336499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quotation_id → quotation_master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30752" y="356616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product_id → products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98080" y="1280160"/>
            <a:ext cx="22860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02652" y="1280160"/>
            <a:ext cx="227685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6" name="Shape 34"/>
          <p:cNvSpPr/>
          <p:nvPr/>
        </p:nvSpPr>
        <p:spPr>
          <a:xfrm>
            <a:off x="7502652" y="1280160"/>
            <a:ext cx="227685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02652" y="1426464"/>
            <a:ext cx="227685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8" name="Text 36"/>
          <p:cNvSpPr/>
          <p:nvPr/>
        </p:nvSpPr>
        <p:spPr>
          <a:xfrm>
            <a:off x="7543800" y="1280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71232" y="16093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product_id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571232" y="1810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brand_id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71232" y="201168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category_id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26080" y="832104"/>
            <a:ext cx="731520" cy="36576"/>
          </a:xfrm>
          <a:prstGeom prst="line">
            <a:avLst/>
          </a:prstGeom>
          <a:noFill/>
          <a:ln w="15240">
            <a:solidFill>
              <a:srgbClr val="287A55"/>
            </a:solidFill>
            <a:prstDash val="sysDash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2926080" y="1097280"/>
            <a:ext cx="731520" cy="1152144"/>
          </a:xfrm>
          <a:prstGeom prst="line">
            <a:avLst/>
          </a:prstGeom>
          <a:noFill/>
          <a:ln w="15240">
            <a:solidFill>
              <a:srgbClr val="287A55"/>
            </a:solidFill>
            <a:prstDash val="sysDash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5029200" y="1600200"/>
            <a:ext cx="9144" cy="1234440"/>
          </a:xfrm>
          <a:prstGeom prst="line">
            <a:avLst/>
          </a:prstGeom>
          <a:noFill/>
          <a:ln w="15240">
            <a:solidFill>
              <a:srgbClr val="287A55"/>
            </a:solidFill>
            <a:prstDash val="sysDash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6400800" y="1554480"/>
            <a:ext cx="1097280" cy="1463040"/>
          </a:xfrm>
          <a:prstGeom prst="line">
            <a:avLst/>
          </a:prstGeom>
          <a:noFill/>
          <a:ln w="15240">
            <a:solidFill>
              <a:srgbClr val="287A55"/>
            </a:solidFill>
            <a:prstDash val="sysDash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9966960" y="685800"/>
            <a:ext cx="1920240" cy="4114800"/>
          </a:xfrm>
          <a:prstGeom prst="roundRect">
            <a:avLst>
              <a:gd name="adj" fmla="val 4762"/>
            </a:avLst>
          </a:prstGeom>
          <a:solidFill>
            <a:srgbClr val="E6F5EE"/>
          </a:solidFill>
          <a:ln w="12700">
            <a:solidFill>
              <a:srgbClr val="287A5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012680" y="731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12680" y="105156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requests quote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prepares quotation_master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in quotation_items per product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 — approved_by_employee_id set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quote links to work_order or sales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↗ Foreign Key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Module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8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GRN → Supplier Payment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8892" y="685800"/>
            <a:ext cx="255117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7" name="Shape 5"/>
          <p:cNvSpPr/>
          <p:nvPr/>
        </p:nvSpPr>
        <p:spPr>
          <a:xfrm>
            <a:off x="278892" y="68580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" y="832104"/>
            <a:ext cx="255117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685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01498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supplier_id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" y="2286000"/>
            <a:ext cx="255117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" y="228600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" y="2432304"/>
            <a:ext cx="255117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61518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employee_id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0" y="685800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7B3F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62172" y="685800"/>
            <a:ext cx="2916936" cy="29260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9" name="Shape 17"/>
          <p:cNvSpPr/>
          <p:nvPr/>
        </p:nvSpPr>
        <p:spPr>
          <a:xfrm>
            <a:off x="3662172" y="685800"/>
            <a:ext cx="2916936" cy="292608"/>
          </a:xfrm>
          <a:prstGeom prst="roundRect">
            <a:avLst>
              <a:gd name="adj" fmla="val 25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62172" y="832104"/>
            <a:ext cx="2916936" cy="14630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685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purchase_master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0752" y="1014984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purchase_id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30752" y="121615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supplier_id → suppliers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30752" y="1417320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created_by_employee_id → employees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0" y="2560320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7B3F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62172" y="2560320"/>
            <a:ext cx="2916936" cy="29260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7" name="Shape 25"/>
          <p:cNvSpPr/>
          <p:nvPr/>
        </p:nvSpPr>
        <p:spPr>
          <a:xfrm>
            <a:off x="3662172" y="2560320"/>
            <a:ext cx="2916936" cy="292608"/>
          </a:xfrm>
          <a:prstGeom prst="roundRect">
            <a:avLst>
              <a:gd name="adj" fmla="val 25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62172" y="2706624"/>
            <a:ext cx="2916936" cy="14630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purchase_items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30752" y="2889504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purchase_item_id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30752" y="309067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purchase_id → purchase_master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30752" y="3291840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product_id → products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0" y="4297680"/>
            <a:ext cx="2926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7B3F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62172" y="4297680"/>
            <a:ext cx="2916936" cy="29260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35" name="Shape 33"/>
          <p:cNvSpPr/>
          <p:nvPr/>
        </p:nvSpPr>
        <p:spPr>
          <a:xfrm>
            <a:off x="3662172" y="4297680"/>
            <a:ext cx="2916936" cy="292608"/>
          </a:xfrm>
          <a:prstGeom prst="roundRect">
            <a:avLst>
              <a:gd name="adj" fmla="val 25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62172" y="4443984"/>
            <a:ext cx="2916936" cy="14630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37" name="Text 35"/>
          <p:cNvSpPr/>
          <p:nvPr/>
        </p:nvSpPr>
        <p:spPr>
          <a:xfrm>
            <a:off x="3703320" y="4297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supplier_payments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30752" y="4626864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payment_id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730752" y="48280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supplier_id → suppliers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30752" y="5029200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purchase_id → purchase_master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30752" y="523036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paid_by_employee_id → employees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80960" y="1097280"/>
            <a:ext cx="22860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85532" y="1097280"/>
            <a:ext cx="227685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44" name="Shape 42"/>
          <p:cNvSpPr/>
          <p:nvPr/>
        </p:nvSpPr>
        <p:spPr>
          <a:xfrm>
            <a:off x="7685532" y="1097280"/>
            <a:ext cx="227685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5532" y="1243584"/>
            <a:ext cx="227685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46" name="Text 44"/>
          <p:cNvSpPr/>
          <p:nvPr/>
        </p:nvSpPr>
        <p:spPr>
          <a:xfrm>
            <a:off x="7726680" y="1097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54112" y="14264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product_id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754112" y="16276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brand_id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54112" y="18288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category_id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34640" y="868680"/>
            <a:ext cx="822960" cy="9144"/>
          </a:xfrm>
          <a:prstGeom prst="line">
            <a:avLst/>
          </a:prstGeom>
          <a:noFill/>
          <a:ln w="15240">
            <a:solidFill>
              <a:srgbClr val="7B3FA0"/>
            </a:solidFill>
            <a:prstDash val="sysDash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2834640" y="1143000"/>
            <a:ext cx="822960" cy="1234440"/>
          </a:xfrm>
          <a:prstGeom prst="line">
            <a:avLst/>
          </a:prstGeom>
          <a:noFill/>
          <a:ln w="15240">
            <a:solidFill>
              <a:srgbClr val="7B3FA0"/>
            </a:solidFill>
            <a:prstDash val="sysDash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5120640" y="1508760"/>
            <a:ext cx="9144" cy="1051560"/>
          </a:xfrm>
          <a:prstGeom prst="line">
            <a:avLst/>
          </a:prstGeom>
          <a:noFill/>
          <a:ln w="15240">
            <a:solidFill>
              <a:srgbClr val="7B3FA0"/>
            </a:solidFill>
            <a:prstDash val="sysDash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6583680" y="1417320"/>
            <a:ext cx="1097280" cy="1417320"/>
          </a:xfrm>
          <a:prstGeom prst="line">
            <a:avLst/>
          </a:prstGeom>
          <a:noFill/>
          <a:ln w="15240">
            <a:solidFill>
              <a:srgbClr val="7B3FA0"/>
            </a:solidFill>
            <a:prstDash val="sysDash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5120640" y="3291840"/>
            <a:ext cx="9144" cy="1005840"/>
          </a:xfrm>
          <a:prstGeom prst="line">
            <a:avLst/>
          </a:prstGeom>
          <a:noFill/>
          <a:ln w="15240">
            <a:solidFill>
              <a:srgbClr val="7B3FA0"/>
            </a:solidFill>
            <a:prstDash val="sysDash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2834640" y="2395728"/>
            <a:ext cx="3749040" cy="2130552"/>
          </a:xfrm>
          <a:prstGeom prst="line">
            <a:avLst/>
          </a:prstGeom>
          <a:noFill/>
          <a:ln w="15240">
            <a:solidFill>
              <a:srgbClr val="7B3FA0"/>
            </a:solidFill>
            <a:prstDash val="sysDash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10149840" y="685800"/>
            <a:ext cx="1737360" cy="5029200"/>
          </a:xfrm>
          <a:prstGeom prst="roundRect">
            <a:avLst>
              <a:gd name="adj" fmla="val 5263"/>
            </a:avLst>
          </a:prstGeom>
          <a:solidFill>
            <a:srgbClr val="F3EAF9"/>
          </a:solidFill>
          <a:ln w="12700">
            <a:solidFill>
              <a:srgbClr val="7B3F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10195560" y="731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195560" y="1051560"/>
            <a:ext cx="1645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PO (purchase_master)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line items per product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received — stock_ledger updated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supplier payment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↗ Foreign Key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Module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sales_master → sales_items → customer_payments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8892" y="685800"/>
            <a:ext cx="23682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7" name="Shape 5"/>
          <p:cNvSpPr/>
          <p:nvPr/>
        </p:nvSpPr>
        <p:spPr>
          <a:xfrm>
            <a:off x="278892" y="685800"/>
            <a:ext cx="23682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" y="832104"/>
            <a:ext cx="23682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685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01498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customer_id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23774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87A5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" y="2011680"/>
            <a:ext cx="2368296" cy="292608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" y="2011680"/>
            <a:ext cx="2368296" cy="292608"/>
          </a:xfrm>
          <a:prstGeom prst="roundRect">
            <a:avLst>
              <a:gd name="adj" fmla="val 25000"/>
            </a:avLst>
          </a:prstGeom>
          <a:solidFill>
            <a:srgbClr val="287A55"/>
          </a:solidFill>
          <a:ln w="12700">
            <a:solidFill>
              <a:srgbClr val="287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" y="2157984"/>
            <a:ext cx="2368296" cy="146304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quotation_master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34086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quotation_id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5420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23774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2C5F8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8892" y="3566160"/>
            <a:ext cx="2368296" cy="292608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20" name="Shape 18"/>
          <p:cNvSpPr/>
          <p:nvPr/>
        </p:nvSpPr>
        <p:spPr>
          <a:xfrm>
            <a:off x="278892" y="3566160"/>
            <a:ext cx="2368296" cy="292608"/>
          </a:xfrm>
          <a:prstGeom prst="roundRect">
            <a:avLst>
              <a:gd name="adj" fmla="val 25000"/>
            </a:avLst>
          </a:prstGeom>
          <a:solidFill>
            <a:srgbClr val="2C5F87"/>
          </a:solidFill>
          <a:ln w="12700">
            <a:solidFill>
              <a:srgbClr val="2C5F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" y="3712464"/>
            <a:ext cx="2368296" cy="146304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566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389534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work_order_id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09651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quotation_id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" y="429768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66160" y="6858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70732" y="685800"/>
            <a:ext cx="2734056" cy="29260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8" name="Shape 26"/>
          <p:cNvSpPr/>
          <p:nvPr/>
        </p:nvSpPr>
        <p:spPr>
          <a:xfrm>
            <a:off x="3570732" y="685800"/>
            <a:ext cx="2734056" cy="292608"/>
          </a:xfrm>
          <a:prstGeom prst="roundRect">
            <a:avLst>
              <a:gd name="adj" fmla="val 25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70732" y="832104"/>
            <a:ext cx="2734056" cy="146304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685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sales_master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39312" y="10149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sales_id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39312" y="121615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 → customers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39312" y="141732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quotation_id → quotation_master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39312" y="16184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work_order_id → work_orders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39312" y="181965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created_by_employee_id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66160" y="3017520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70732" y="3017520"/>
            <a:ext cx="2734056" cy="29260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8" name="Shape 36"/>
          <p:cNvSpPr/>
          <p:nvPr/>
        </p:nvSpPr>
        <p:spPr>
          <a:xfrm>
            <a:off x="3570732" y="3017520"/>
            <a:ext cx="2734056" cy="292608"/>
          </a:xfrm>
          <a:prstGeom prst="roundRect">
            <a:avLst>
              <a:gd name="adj" fmla="val 25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70732" y="3163824"/>
            <a:ext cx="2734056" cy="146304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40" name="Text 38"/>
          <p:cNvSpPr/>
          <p:nvPr/>
        </p:nvSpPr>
        <p:spPr>
          <a:xfrm>
            <a:off x="361188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sales_items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39312" y="334670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sales_item_id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39312" y="35478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sales_id → sales_master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39312" y="37490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product_id → products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137160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11212" y="1371600"/>
            <a:ext cx="2734056" cy="29260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46" name="Shape 44"/>
          <p:cNvSpPr/>
          <p:nvPr/>
        </p:nvSpPr>
        <p:spPr>
          <a:xfrm>
            <a:off x="7411212" y="1371600"/>
            <a:ext cx="2734056" cy="292608"/>
          </a:xfrm>
          <a:prstGeom prst="roundRect">
            <a:avLst>
              <a:gd name="adj" fmla="val 25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11212" y="1517904"/>
            <a:ext cx="2734056" cy="146304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48" name="Text 46"/>
          <p:cNvSpPr/>
          <p:nvPr/>
        </p:nvSpPr>
        <p:spPr>
          <a:xfrm>
            <a:off x="745236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customer_payments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79792" y="17007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payment_id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479792" y="190195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 → customers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79792" y="210312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sales_id → sales_master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79792" y="23042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received_by_employee_id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651760" y="832104"/>
            <a:ext cx="914400" cy="9144"/>
          </a:xfrm>
          <a:prstGeom prst="line">
            <a:avLst/>
          </a:prstGeom>
          <a:noFill/>
          <a:ln w="15240">
            <a:solidFill>
              <a:srgbClr val="B03A2E"/>
            </a:solidFill>
            <a:prstDash val="sysDash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2651760" y="1005840"/>
            <a:ext cx="914400" cy="1152144"/>
          </a:xfrm>
          <a:prstGeom prst="line">
            <a:avLst/>
          </a:prstGeom>
          <a:noFill/>
          <a:ln w="15240">
            <a:solidFill>
              <a:srgbClr val="B03A2E"/>
            </a:solidFill>
            <a:prstDash val="sysDash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2651760" y="1188720"/>
            <a:ext cx="914400" cy="2523744"/>
          </a:xfrm>
          <a:prstGeom prst="line">
            <a:avLst/>
          </a:prstGeom>
          <a:noFill/>
          <a:ln w="15240">
            <a:solidFill>
              <a:srgbClr val="B03A2E"/>
            </a:solidFill>
            <a:prstDash val="sysDash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4937760" y="1600200"/>
            <a:ext cx="9144" cy="1417320"/>
          </a:xfrm>
          <a:prstGeom prst="line">
            <a:avLst/>
          </a:prstGeom>
          <a:noFill/>
          <a:ln w="15240">
            <a:solidFill>
              <a:srgbClr val="B03A2E"/>
            </a:solidFill>
            <a:prstDash val="sysDash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6309360" y="1463040"/>
            <a:ext cx="1097280" cy="9144"/>
          </a:xfrm>
          <a:prstGeom prst="line">
            <a:avLst/>
          </a:prstGeom>
          <a:noFill/>
          <a:ln w="15240">
            <a:solidFill>
              <a:srgbClr val="B03A2E"/>
            </a:solidFill>
            <a:prstDash val="sysDash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10332720" y="685800"/>
            <a:ext cx="1554480" cy="4114800"/>
          </a:xfrm>
          <a:prstGeom prst="roundRect">
            <a:avLst>
              <a:gd name="adj" fmla="val 5882"/>
            </a:avLst>
          </a:prstGeom>
          <a:solidFill>
            <a:srgbClr val="FDECEA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0378440" y="731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78440" y="1051560"/>
            <a:ext cx="1463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approved → create sales_master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line items per product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customer payment
</a:t>
            </a:r>
            <a:pPr indent="0" marL="0">
              <a:buNone/>
            </a:pPr>
            <a:r>
              <a:rPr lang="en-US" sz="9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 referenced by warranty &amp; service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43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↗ Foreign Key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Module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stock_master → stock_ledger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25603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1772" y="685800"/>
            <a:ext cx="255117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7" name="Shape 5"/>
          <p:cNvSpPr/>
          <p:nvPr/>
        </p:nvSpPr>
        <p:spPr>
          <a:xfrm>
            <a:off x="461772" y="68580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" y="832104"/>
            <a:ext cx="255117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685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01498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product_id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12161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brand_id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141732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category_id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0" y="685800"/>
            <a:ext cx="25603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9372" y="685800"/>
            <a:ext cx="2551176" cy="29260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9372" y="68580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9372" y="832104"/>
            <a:ext cx="2551176" cy="146304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685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stock_master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101498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stock_id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87952" y="12161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product_id → products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0" y="2377440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9372" y="2377440"/>
            <a:ext cx="2551176" cy="29260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9372" y="237744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9372" y="2523744"/>
            <a:ext cx="2551176" cy="146304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2377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stock_ledger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87952" y="270662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stock_ledger_id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87952" y="290779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product_id → products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87952" y="310896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transaction_id (source doc)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87952" y="331012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recorded_by_employee_id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109728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6972" y="1097280"/>
            <a:ext cx="255117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6972" y="109728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6972" y="1243584"/>
            <a:ext cx="255117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1097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45552" y="142646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employee_id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017520" y="868680"/>
            <a:ext cx="1097280" cy="9144"/>
          </a:xfrm>
          <a:prstGeom prst="line">
            <a:avLst/>
          </a:prstGeom>
          <a:noFill/>
          <a:ln w="15240">
            <a:solidFill>
              <a:srgbClr val="1A7A6E"/>
            </a:solidFill>
            <a:prstDash val="sysDash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3017520" y="1051560"/>
            <a:ext cx="1097280" cy="1472184"/>
          </a:xfrm>
          <a:prstGeom prst="line">
            <a:avLst/>
          </a:prstGeom>
          <a:noFill/>
          <a:ln w="15240">
            <a:solidFill>
              <a:srgbClr val="1A7A6E"/>
            </a:solidFill>
            <a:prstDash val="sysDash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6675120" y="1280160"/>
            <a:ext cx="1097280" cy="1463040"/>
          </a:xfrm>
          <a:prstGeom prst="line">
            <a:avLst/>
          </a:prstGeom>
          <a:noFill/>
          <a:ln w="15240">
            <a:solidFill>
              <a:srgbClr val="1A7A6E"/>
            </a:solidFill>
            <a:prstDash val="sysDash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457200" y="36576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E8FAF6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8640" y="37490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stock_ledger.transaction_id works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06908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(purchase_items)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" y="4361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 after goods received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60720" y="406908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 (sales_items)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33872" y="4361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OUT after sale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480060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800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consumption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" y="5093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OUT for job materials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760720" y="480060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33872" y="4800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adjustment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33872" y="5093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correction with employee audit trail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↗ Foreign Key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Orders &amp; Service Tickets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work_orders · work_order_employees · service_tickets · warranty_master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23774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87A5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8892" y="640080"/>
            <a:ext cx="2368296" cy="292608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7" name="Shape 5"/>
          <p:cNvSpPr/>
          <p:nvPr/>
        </p:nvSpPr>
        <p:spPr>
          <a:xfrm>
            <a:off x="278892" y="640080"/>
            <a:ext cx="2368296" cy="292608"/>
          </a:xfrm>
          <a:prstGeom prst="roundRect">
            <a:avLst>
              <a:gd name="adj" fmla="val 25000"/>
            </a:avLst>
          </a:prstGeom>
          <a:solidFill>
            <a:srgbClr val="287A55"/>
          </a:solidFill>
          <a:ln w="12700">
            <a:solidFill>
              <a:srgbClr val="287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" y="786384"/>
            <a:ext cx="2368296" cy="146304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640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quotation_master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96926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quotation_id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" y="2011680"/>
            <a:ext cx="23682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" y="2011680"/>
            <a:ext cx="23682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" y="2157984"/>
            <a:ext cx="23682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234086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customer_id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8892" y="3383280"/>
            <a:ext cx="2368296" cy="29260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0" name="Shape 18"/>
          <p:cNvSpPr/>
          <p:nvPr/>
        </p:nvSpPr>
        <p:spPr>
          <a:xfrm>
            <a:off x="278892" y="3383280"/>
            <a:ext cx="2368296" cy="292608"/>
          </a:xfrm>
          <a:prstGeom prst="roundRect">
            <a:avLst>
              <a:gd name="adj" fmla="val 2500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" y="3529584"/>
            <a:ext cx="2368296" cy="146304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371246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employee_id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640080"/>
            <a:ext cx="27432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2C5F8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6412" y="640080"/>
            <a:ext cx="2734056" cy="292608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6412" y="640080"/>
            <a:ext cx="2734056" cy="292608"/>
          </a:xfrm>
          <a:prstGeom prst="roundRect">
            <a:avLst>
              <a:gd name="adj" fmla="val 25000"/>
            </a:avLst>
          </a:prstGeom>
          <a:solidFill>
            <a:srgbClr val="2C5F87"/>
          </a:solidFill>
          <a:ln w="12700">
            <a:solidFill>
              <a:srgbClr val="2C5F8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6412" y="786384"/>
            <a:ext cx="2734056" cy="146304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640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4992" y="96926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work_order_id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64992" y="117043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quotation_id → quotation_master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4992" y="137160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 → customers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64992" y="157276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assigned_to_employee_id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64992" y="177393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supervisor_id → employees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64992" y="197510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created_by_employee_id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3200400"/>
            <a:ext cx="25603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2C5F8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96412" y="3200400"/>
            <a:ext cx="2551176" cy="292608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37" name="Shape 35"/>
          <p:cNvSpPr/>
          <p:nvPr/>
        </p:nvSpPr>
        <p:spPr>
          <a:xfrm>
            <a:off x="3296412" y="3200400"/>
            <a:ext cx="2551176" cy="292608"/>
          </a:xfrm>
          <a:prstGeom prst="roundRect">
            <a:avLst>
              <a:gd name="adj" fmla="val 25000"/>
            </a:avLst>
          </a:prstGeom>
          <a:solidFill>
            <a:srgbClr val="2C5F87"/>
          </a:solidFill>
          <a:ln w="12700">
            <a:solidFill>
              <a:srgbClr val="2C5F8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6412" y="3346704"/>
            <a:ext cx="2551176" cy="146304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39" name="Text 37"/>
          <p:cNvSpPr/>
          <p:nvPr/>
        </p:nvSpPr>
        <p:spPr>
          <a:xfrm>
            <a:off x="333756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work_order_employees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64992" y="352958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work_order_employee_id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64992" y="37307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work_order_id → work_orders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64992" y="393192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employee_id → employees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32320" y="640080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2C5F8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36892" y="640080"/>
            <a:ext cx="2642616" cy="292608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45" name="Shape 43"/>
          <p:cNvSpPr/>
          <p:nvPr/>
        </p:nvSpPr>
        <p:spPr>
          <a:xfrm>
            <a:off x="7136892" y="640080"/>
            <a:ext cx="2642616" cy="292608"/>
          </a:xfrm>
          <a:prstGeom prst="roundRect">
            <a:avLst>
              <a:gd name="adj" fmla="val 25000"/>
            </a:avLst>
          </a:prstGeom>
          <a:solidFill>
            <a:srgbClr val="2C5F87"/>
          </a:solidFill>
          <a:ln w="12700">
            <a:solidFill>
              <a:srgbClr val="2C5F8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6892" y="786384"/>
            <a:ext cx="2642616" cy="146304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640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service_tickets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05472" y="96926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service_ticket_id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05472" y="11704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 → customers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205472" y="137160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product_id → products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205472" y="157276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sales_id → sales_master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05472" y="17739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assigned_to_employee_id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05472" y="197510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created_by_employee_id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132320" y="3108960"/>
            <a:ext cx="26517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C5F8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136892" y="3108960"/>
            <a:ext cx="2642616" cy="292608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56" name="Shape 54"/>
          <p:cNvSpPr/>
          <p:nvPr/>
        </p:nvSpPr>
        <p:spPr>
          <a:xfrm>
            <a:off x="7136892" y="3108960"/>
            <a:ext cx="2642616" cy="292608"/>
          </a:xfrm>
          <a:prstGeom prst="roundRect">
            <a:avLst>
              <a:gd name="adj" fmla="val 25000"/>
            </a:avLst>
          </a:prstGeom>
          <a:solidFill>
            <a:srgbClr val="2C5F87"/>
          </a:solidFill>
          <a:ln w="12700">
            <a:solidFill>
              <a:srgbClr val="2C5F8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36892" y="3255264"/>
            <a:ext cx="2642616" cy="146304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58" name="Text 56"/>
          <p:cNvSpPr/>
          <p:nvPr/>
        </p:nvSpPr>
        <p:spPr>
          <a:xfrm>
            <a:off x="7178040" y="3108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warranty_master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05472" y="34381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warranty_id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205472" y="363931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customer_id → customers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05472" y="384048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sales_id → sales_master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05472" y="404164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product_id → products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651760" y="786384"/>
            <a:ext cx="640080" cy="9144"/>
          </a:xfrm>
          <a:prstGeom prst="line">
            <a:avLst/>
          </a:prstGeom>
          <a:noFill/>
          <a:ln w="15240">
            <a:solidFill>
              <a:srgbClr val="2C5F87"/>
            </a:solidFill>
            <a:prstDash val="sysDash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2651760" y="1005840"/>
            <a:ext cx="640080" cy="1152144"/>
          </a:xfrm>
          <a:prstGeom prst="line">
            <a:avLst/>
          </a:prstGeom>
          <a:noFill/>
          <a:ln w="15240">
            <a:solidFill>
              <a:srgbClr val="2C5F87"/>
            </a:solidFill>
            <a:prstDash val="sysDash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2651760" y="1234440"/>
            <a:ext cx="640080" cy="2295144"/>
          </a:xfrm>
          <a:prstGeom prst="line">
            <a:avLst/>
          </a:prstGeom>
          <a:noFill/>
          <a:ln w="15240">
            <a:solidFill>
              <a:srgbClr val="2C5F87"/>
            </a:solidFill>
            <a:prstDash val="sysDash"/>
            <a:tailEnd type="arrow"/>
          </a:ln>
        </p:spPr>
      </p:sp>
      <p:sp>
        <p:nvSpPr>
          <p:cNvPr id="66" name="Shape 64"/>
          <p:cNvSpPr/>
          <p:nvPr/>
        </p:nvSpPr>
        <p:spPr>
          <a:xfrm>
            <a:off x="6035040" y="914400"/>
            <a:ext cx="1097280" cy="9144"/>
          </a:xfrm>
          <a:prstGeom prst="line">
            <a:avLst/>
          </a:prstGeom>
          <a:noFill/>
          <a:ln w="15240">
            <a:solidFill>
              <a:srgbClr val="2C5F87"/>
            </a:solidFill>
            <a:prstDash val="sysDash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4572000" y="1737360"/>
            <a:ext cx="9144" cy="1463040"/>
          </a:xfrm>
          <a:prstGeom prst="line">
            <a:avLst/>
          </a:prstGeom>
          <a:noFill/>
          <a:ln w="15240">
            <a:solidFill>
              <a:srgbClr val="2C5F87"/>
            </a:solidFill>
            <a:prstDash val="sysDash"/>
            <a:tailEnd type="arrow"/>
          </a:ln>
        </p:spPr>
      </p:sp>
      <p:sp>
        <p:nvSpPr>
          <p:cNvPr id="68" name="Text 66"/>
          <p:cNvSpPr/>
          <p:nvPr/>
        </p:nvSpPr>
        <p:spPr>
          <a:xfrm>
            <a:off x="2743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↗ Foreign Key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5D4E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88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 &amp; Cross-Module Summary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5D4E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8892" y="640080"/>
            <a:ext cx="2734056" cy="292608"/>
          </a:xfrm>
          <a:prstGeom prst="rect">
            <a:avLst/>
          </a:prstGeom>
          <a:solidFill>
            <a:srgbClr val="5D4E37"/>
          </a:solidFill>
          <a:ln/>
        </p:spPr>
      </p:sp>
      <p:sp>
        <p:nvSpPr>
          <p:cNvPr id="6" name="Shape 4"/>
          <p:cNvSpPr/>
          <p:nvPr/>
        </p:nvSpPr>
        <p:spPr>
          <a:xfrm>
            <a:off x="278892" y="640080"/>
            <a:ext cx="2734056" cy="292608"/>
          </a:xfrm>
          <a:prstGeom prst="roundRect">
            <a:avLst>
              <a:gd name="adj" fmla="val 25000"/>
            </a:avLst>
          </a:prstGeom>
          <a:solidFill>
            <a:srgbClr val="5D4E37"/>
          </a:solidFill>
          <a:ln w="12700">
            <a:solidFill>
              <a:srgbClr val="5D4E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" y="786384"/>
            <a:ext cx="2734056" cy="146304"/>
          </a:xfrm>
          <a:prstGeom prst="rect">
            <a:avLst/>
          </a:prstGeom>
          <a:solidFill>
            <a:srgbClr val="5D4E3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640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96926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audit_id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user_id → users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37160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record_id (any table PK)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0" y="640080"/>
            <a:ext cx="8321040" cy="539496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5D4E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68580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Foreign Key Connections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1024128"/>
            <a:ext cx="1920240" cy="338328"/>
          </a:xfrm>
          <a:prstGeom prst="rect">
            <a:avLst/>
          </a:prstGeom>
          <a:solidFill>
            <a:srgbClr val="5D4E37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02412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024128"/>
            <a:ext cx="1828800" cy="338328"/>
          </a:xfrm>
          <a:prstGeom prst="rect">
            <a:avLst/>
          </a:prstGeom>
          <a:solidFill>
            <a:srgbClr val="5D4E37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02412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Column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1024128"/>
            <a:ext cx="2103120" cy="338328"/>
          </a:xfrm>
          <a:prstGeom prst="rect">
            <a:avLst/>
          </a:prstGeom>
          <a:solidFill>
            <a:srgbClr val="5D4E37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102412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 Table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418320" y="1024128"/>
            <a:ext cx="2286000" cy="338328"/>
          </a:xfrm>
          <a:prstGeom prst="rect">
            <a:avLst/>
          </a:prstGeom>
          <a:solidFill>
            <a:srgbClr val="5D4E37"/>
          </a:solidFill>
          <a:ln/>
        </p:spPr>
      </p:sp>
      <p:sp>
        <p:nvSpPr>
          <p:cNvPr id="21" name="Text 19"/>
          <p:cNvSpPr/>
          <p:nvPr/>
        </p:nvSpPr>
        <p:spPr>
          <a:xfrm>
            <a:off x="9464040" y="102412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66160" y="1362456"/>
            <a:ext cx="19202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136245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sales_master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1362456"/>
            <a:ext cx="18288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136245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0" y="1362456"/>
            <a:ext cx="21031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136245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quotation_master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418320" y="1362456"/>
            <a:ext cx="2286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464040" y="1362456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Quote-to-Invoice traceability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66160" y="1700784"/>
            <a:ext cx="192024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170078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sales_master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0" y="1700784"/>
            <a:ext cx="182880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170078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work_order_id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15200" y="1700784"/>
            <a:ext cx="210312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5" name="Text 33"/>
          <p:cNvSpPr/>
          <p:nvPr/>
        </p:nvSpPr>
        <p:spPr>
          <a:xfrm>
            <a:off x="7360920" y="170078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418320" y="1700784"/>
            <a:ext cx="228600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7" name="Text 35"/>
          <p:cNvSpPr/>
          <p:nvPr/>
        </p:nvSpPr>
        <p:spPr>
          <a:xfrm>
            <a:off x="9464040" y="1700784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Job-to-Invoice linkage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66160" y="2039112"/>
            <a:ext cx="19202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611880" y="203911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0" y="2039112"/>
            <a:ext cx="18288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532120" y="203911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15200" y="2039112"/>
            <a:ext cx="21031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20391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quotation_master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418320" y="2039112"/>
            <a:ext cx="2286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464040" y="2039112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approved → job raised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66160" y="2377440"/>
            <a:ext cx="192024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7" name="Text 45"/>
          <p:cNvSpPr/>
          <p:nvPr/>
        </p:nvSpPr>
        <p:spPr>
          <a:xfrm>
            <a:off x="3611880" y="237744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service_tickets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0" y="2377440"/>
            <a:ext cx="182880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9" name="Text 47"/>
          <p:cNvSpPr/>
          <p:nvPr/>
        </p:nvSpPr>
        <p:spPr>
          <a:xfrm>
            <a:off x="5532120" y="23774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315200" y="2377440"/>
            <a:ext cx="210312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51" name="Text 49"/>
          <p:cNvSpPr/>
          <p:nvPr/>
        </p:nvSpPr>
        <p:spPr>
          <a:xfrm>
            <a:off x="7360920" y="237744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sales_master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418320" y="2377440"/>
            <a:ext cx="228600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53" name="Text 51"/>
          <p:cNvSpPr/>
          <p:nvPr/>
        </p:nvSpPr>
        <p:spPr>
          <a:xfrm>
            <a:off x="9464040" y="237744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Post-sale service request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566160" y="2715768"/>
            <a:ext cx="19202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611880" y="271576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warranty_master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486400" y="2715768"/>
            <a:ext cx="18288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5532120" y="271576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315200" y="2715768"/>
            <a:ext cx="21031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7360920" y="271576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sales_master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418320" y="2715768"/>
            <a:ext cx="2286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464040" y="271576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on sold item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566160" y="3054096"/>
            <a:ext cx="192024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63" name="Text 61"/>
          <p:cNvSpPr/>
          <p:nvPr/>
        </p:nvSpPr>
        <p:spPr>
          <a:xfrm>
            <a:off x="3611880" y="305409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stock_ledger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86400" y="3054096"/>
            <a:ext cx="182880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65" name="Text 63"/>
          <p:cNvSpPr/>
          <p:nvPr/>
        </p:nvSpPr>
        <p:spPr>
          <a:xfrm>
            <a:off x="5532120" y="305409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315200" y="3054096"/>
            <a:ext cx="210312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67" name="Text 65"/>
          <p:cNvSpPr/>
          <p:nvPr/>
        </p:nvSpPr>
        <p:spPr>
          <a:xfrm>
            <a:off x="7360920" y="305409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doc)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418320" y="3054096"/>
            <a:ext cx="228600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69" name="Text 67"/>
          <p:cNvSpPr/>
          <p:nvPr/>
        </p:nvSpPr>
        <p:spPr>
          <a:xfrm>
            <a:off x="9464040" y="3054096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Polymorphic: GRN / sale / WO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566160" y="3392424"/>
            <a:ext cx="19202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3611880" y="339242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supplier_payments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486400" y="3392424"/>
            <a:ext cx="18288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5532120" y="339242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315200" y="3392424"/>
            <a:ext cx="21031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7360920" y="339242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purchase_master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418320" y="3392424"/>
            <a:ext cx="2286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9464040" y="3392424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against PO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566160" y="3730752"/>
            <a:ext cx="192024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79" name="Text 77"/>
          <p:cNvSpPr/>
          <p:nvPr/>
        </p:nvSpPr>
        <p:spPr>
          <a:xfrm>
            <a:off x="3611880" y="373075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customer_payments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486400" y="3730752"/>
            <a:ext cx="182880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81" name="Text 79"/>
          <p:cNvSpPr/>
          <p:nvPr/>
        </p:nvSpPr>
        <p:spPr>
          <a:xfrm>
            <a:off x="5532120" y="373075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315200" y="3730752"/>
            <a:ext cx="210312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83" name="Text 81"/>
          <p:cNvSpPr/>
          <p:nvPr/>
        </p:nvSpPr>
        <p:spPr>
          <a:xfrm>
            <a:off x="7360920" y="373075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sales_master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418320" y="3730752"/>
            <a:ext cx="2286000" cy="3383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85" name="Text 83"/>
          <p:cNvSpPr/>
          <p:nvPr/>
        </p:nvSpPr>
        <p:spPr>
          <a:xfrm>
            <a:off x="9464040" y="3730752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against invoice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566160" y="4069080"/>
            <a:ext cx="19202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3611880" y="40690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486400" y="4069080"/>
            <a:ext cx="18288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5532120" y="406908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315200" y="4069080"/>
            <a:ext cx="21031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7360920" y="406908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table PK)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9418320" y="4069080"/>
            <a:ext cx="2286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9464040" y="406908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change tracking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274320" y="6309360"/>
            <a:ext cx="1188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↗ Foreign Key    audit_log.record_id = polymorphic reference to any table's PK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TCV One — Complete Table Index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tables · 5 module groups · MySQL 8+ · tcvonedb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566160" cy="2048256"/>
          </a:xfrm>
          <a:prstGeom prst="roundRect">
            <a:avLst>
              <a:gd name="adj" fmla="val 4464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" y="1005840"/>
            <a:ext cx="3557016" cy="274320"/>
          </a:xfrm>
          <a:prstGeom prst="roundRect">
            <a:avLst>
              <a:gd name="adj" fmla="val 33333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" y="1143000"/>
            <a:ext cx="3557016" cy="13716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employees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suppliers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1762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brands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3957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6151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products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1005840"/>
            <a:ext cx="3566160" cy="859536"/>
          </a:xfrm>
          <a:prstGeom prst="roundRect">
            <a:avLst>
              <a:gd name="adj" fmla="val 1063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87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10812" y="1005840"/>
            <a:ext cx="3557016" cy="274320"/>
          </a:xfrm>
          <a:prstGeom prst="roundRect">
            <a:avLst>
              <a:gd name="adj" fmla="val 33333"/>
            </a:avLst>
          </a:prstGeom>
          <a:solidFill>
            <a:srgbClr val="287A55"/>
          </a:solidFill>
          <a:ln w="12700">
            <a:solidFill>
              <a:srgbClr val="287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0812" y="1143000"/>
            <a:ext cx="3557016" cy="137160"/>
          </a:xfrm>
          <a:prstGeom prst="rect">
            <a:avLst/>
          </a:prstGeom>
          <a:solidFill>
            <a:srgbClr val="287A55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12984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quotation_master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0" y="1517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quotation_items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92440" y="100584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7B3F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7012" y="1005840"/>
            <a:ext cx="3557016" cy="274320"/>
          </a:xfrm>
          <a:prstGeom prst="roundRect">
            <a:avLst>
              <a:gd name="adj" fmla="val 33333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7012" y="1143000"/>
            <a:ext cx="3557016" cy="13716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12984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purchase_master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83880" y="1517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purchase_items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83880" y="17373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supplier_payments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191256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" y="3191256"/>
            <a:ext cx="3557016" cy="274320"/>
          </a:xfrm>
          <a:prstGeom prst="roundRect">
            <a:avLst>
              <a:gd name="adj" fmla="val 33333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" y="3328416"/>
            <a:ext cx="3557016" cy="1371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191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4838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sales_master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37033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sales_items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39227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customer_payments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06240" y="2002536"/>
            <a:ext cx="3566160" cy="859536"/>
          </a:xfrm>
          <a:prstGeom prst="roundRect">
            <a:avLst>
              <a:gd name="adj" fmla="val 1063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A7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0812" y="2002536"/>
            <a:ext cx="3557016" cy="274320"/>
          </a:xfrm>
          <a:prstGeom prst="roundRect">
            <a:avLst>
              <a:gd name="adj" fmla="val 33333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0812" y="2139696"/>
            <a:ext cx="3557016" cy="13716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0" y="2002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97680" y="22951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stock_master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97680" y="25146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stock_ledger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92440" y="2240280"/>
            <a:ext cx="3566160" cy="1335024"/>
          </a:xfrm>
          <a:prstGeom prst="roundRect">
            <a:avLst>
              <a:gd name="adj" fmla="val 6849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C5F8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7012" y="2240280"/>
            <a:ext cx="3557016" cy="274320"/>
          </a:xfrm>
          <a:prstGeom prst="roundRect">
            <a:avLst>
              <a:gd name="adj" fmla="val 33333"/>
            </a:avLst>
          </a:prstGeom>
          <a:solidFill>
            <a:srgbClr val="2C5F87"/>
          </a:solidFill>
          <a:ln w="12700">
            <a:solidFill>
              <a:srgbClr val="2C5F8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7012" y="2377440"/>
            <a:ext cx="3557016" cy="137160"/>
          </a:xfrm>
          <a:prstGeom prst="rect">
            <a:avLst/>
          </a:prstGeom>
          <a:solidFill>
            <a:srgbClr val="2C5F87"/>
          </a:solidFill>
          <a:ln/>
        </p:spPr>
      </p:sp>
      <p:sp>
        <p:nvSpPr>
          <p:cNvPr id="44" name="Text 42"/>
          <p:cNvSpPr/>
          <p:nvPr/>
        </p:nvSpPr>
        <p:spPr>
          <a:xfrm>
            <a:off x="818388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/ Service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83880" y="25328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work_orders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83880" y="27523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work_order_employees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183880" y="2971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service_tickets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83880" y="31912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warranty_master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4425696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5D4E3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4612" y="4425696"/>
            <a:ext cx="3557016" cy="274320"/>
          </a:xfrm>
          <a:prstGeom prst="roundRect">
            <a:avLst>
              <a:gd name="adj" fmla="val 33333"/>
            </a:avLst>
          </a:prstGeom>
          <a:solidFill>
            <a:srgbClr val="5D4E37"/>
          </a:solidFill>
          <a:ln w="12700">
            <a:solidFill>
              <a:srgbClr val="5D4E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4612" y="4562856"/>
            <a:ext cx="3557016" cy="137160"/>
          </a:xfrm>
          <a:prstGeom prst="rect">
            <a:avLst/>
          </a:prstGeom>
          <a:solidFill>
            <a:srgbClr val="5D4E37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44256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Audit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1480" y="47183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audit_log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TCV Core - Data Diagram</dc:title>
  <dc:subject>PptxGenJS Presentation</dc:subject>
  <dc:creator>PptxGenJS</dc:creator>
  <cp:lastModifiedBy>PptxGenJS</cp:lastModifiedBy>
  <cp:revision>1</cp:revision>
  <dcterms:created xsi:type="dcterms:W3CDTF">2026-06-11T06:26:20Z</dcterms:created>
  <dcterms:modified xsi:type="dcterms:W3CDTF">2026-06-11T06:26:20Z</dcterms:modified>
</cp:coreProperties>
</file>