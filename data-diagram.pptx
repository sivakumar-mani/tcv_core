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6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ID Only Data Diagram (1/3)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156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ID columns are shown. Relationships follow FOREIGN KEY definitions in tables_enhanced.sql.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44752"/>
            <a:ext cx="2340864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444752"/>
            <a:ext cx="2340864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44475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96012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53144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1444752"/>
            <a:ext cx="2340864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14223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65760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74136" y="414223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6576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stock_master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14223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53144" y="3657600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53144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stock_ledger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62872" y="4142232"/>
            <a:ext cx="2340864" cy="1069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stock_ledger_id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recorded_by_employee_id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6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ID Only Data Diagram (2/3)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156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ID columns are shown. Relationships follow FOREIGN KEY definitions in tables_enhanced.sql.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44752"/>
            <a:ext cx="2340864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purchase_master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44475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created_by_employee_id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44475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purchase_item_id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960120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53144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supplier_payments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1444752"/>
            <a:ext cx="2340864" cy="1069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paid_by_employee_id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142232"/>
            <a:ext cx="2340864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657600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quotation_master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74136" y="4142232"/>
            <a:ext cx="2340864" cy="1069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prepared_by_employee_id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approved_by_employee_id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65760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14223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quotation_item_id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6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ID Only Data Diagram (3/3)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156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ID columns are shown. Relationships follow FOREIGN KEY definitions in tables_enhanced.sql.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5603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44752"/>
            <a:ext cx="2340864" cy="1545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assigned_to_employee_id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created_by_employee_id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work_order_employees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44475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work_order_employee_id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5603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444752"/>
            <a:ext cx="2340864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created_by_employee_id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960120"/>
            <a:ext cx="25603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53144" y="96012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0332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1444752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sales_item_id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142232"/>
            <a:ext cx="2340864" cy="1069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received_by_employee_id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657600"/>
            <a:ext cx="25603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service_tickets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74136" y="4142232"/>
            <a:ext cx="2340864" cy="1545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service_ticket_id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assigned_to_employee_id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created_by_employee_id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657600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3657600"/>
            <a:ext cx="2560320" cy="384048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373075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warranty_master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142232"/>
            <a:ext cx="2340864" cy="1069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KRYA SOLUTIONS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TCV Core - ID Only Data Diagram</dc:title>
  <dc:subject>ID-only data diagram generated from backend/tables_enhanced.sql</dc:subject>
  <dc:creator>TCV Core</dc:creator>
  <cp:lastModifiedBy>TCV Core</cp:lastModifiedBy>
  <cp:revision>1</cp:revision>
  <dcterms:created xsi:type="dcterms:W3CDTF">2026-06-08T05:49:38Z</dcterms:created>
  <dcterms:modified xsi:type="dcterms:W3CDTF">2026-06-08T05:49:38Z</dcterms:modified>
</cp:coreProperties>
</file>